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56" r:id="rId5"/>
    <p:sldId id="257" r:id="rId6"/>
    <p:sldId id="258" r:id="rId7"/>
    <p:sldId id="266" r:id="rId8"/>
    <p:sldId id="260" r:id="rId9"/>
    <p:sldId id="263" r:id="rId10"/>
    <p:sldId id="264" r:id="rId11"/>
    <p:sldId id="265" r:id="rId12"/>
    <p:sldId id="270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989DBC-8854-4D89-844F-CC45B4E62885}" v="19" dt="2026-07-23T08:48:00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DD52-3E33-A600-D035-33F6DE60A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DC2A1-B80B-B52A-8975-0CC026876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8D417-C4E8-E5E0-9D47-092743F6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BD0BA-71C9-61B3-6883-DFCB20EE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F8F72-0E35-7522-77F9-79D1AA73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06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DAF3-02C6-E88A-7442-FF425DFC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C2EEE-68EA-C3B8-1B66-4B814298B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BDDB5-9FAF-5713-E105-F063A36DC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5DE91-BAD4-A17E-B31C-8A76861C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9723-082B-0A24-CC49-A406B4A2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8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B24FC-608C-B86A-873F-F0D2924C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E670A-8991-2803-D76A-E5CFC53DC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06592-7427-87CE-F83C-6A24B94D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4B7EF-E762-6CA7-2084-DF81417F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413E7-DE86-9419-F263-93C8C9F4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54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2CC6-32E3-B49D-145A-7853CA09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40A7C-7733-BA4A-9A7F-ED267BFFE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2A1C4-563F-F010-A7D2-0BA3EDF12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49156-A299-5C4C-8DE7-20240D7B8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2D263-39DE-8632-4795-FA20B3AF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D1855-D3D4-9E61-DCA5-DB0BC604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37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D5BF-F03E-9876-EDE1-C4B5DF33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0A006-F959-72D2-8258-1FC74BDB4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1D324-1B70-B133-5AB0-24A0020D8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DD9D5-B29B-BFEB-DF26-5DB2DB31A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91911-6AD1-449B-6075-FCC86AF63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C3227B-1C26-2EE1-117E-C2F88B44B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78BAA-6C2E-DC19-6C58-B96817D4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67016-AFEF-0A4C-A17F-5154A091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5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49D9-DF49-192D-B215-286B96FB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5326B-F73C-9721-85EC-5E40AEAE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0F412-89CD-928F-5AAB-37E757F2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E964E-00EF-9169-EB73-52F1D852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2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31FDB-DBFD-BC97-B145-29581D47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B51D4-2B50-7A68-BD1F-DDF81227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72BB7-4D0A-3C7D-EB92-F618A96D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19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4F8C-0841-80A1-ED9A-E56C7664B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7C52B-7CBC-5549-CA1C-1DEC3EF8E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58626-A954-EF12-E119-E3A9858EA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429F6-185D-B021-7411-7DFA027A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EF352-32CE-0D8E-4143-22CDFB2C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3EB37-970A-1704-E80D-DBB7A1BBC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97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33B8-2857-8EEC-3387-76A0CF30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29AD2-8BD2-7947-F60A-BB7C1193D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535F2-63CB-6264-8632-7790FD2F0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BE5CE-09F9-A386-0804-CC77E6A2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61FA2-A43A-7E56-3D95-F54770BF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BA425-2477-C3FE-DBC4-CABB47E4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65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BBCD-421C-5A1F-7B62-212CD877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468A7-78B2-2A0B-A04A-FCF4D28F7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4EB5B-2E30-5805-F99E-AD694E44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CD1FF-CDC8-9569-E69C-2676998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E2B0F-9EB8-3877-A1EA-020BF3D2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18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C8982-AD73-80E8-C5DD-9082CA0F5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3C697-F503-D20F-C719-1224EB26B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F0D05-D376-307A-9037-C72D280C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D8003-D9FA-A1BA-4C57-B492A99D9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65CE9-6964-624B-A67D-A966742D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02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EB6FA-27E2-2644-1273-EDCA15AB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C519-34C5-4631-A051-7A0550B11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894C5-1915-F156-366D-1FACC2C47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FC914-7DEE-4840-B4A3-44C905F5127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62E70-FDB5-48CF-93B1-C6AE017FA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13AC9-3E6F-07E9-1A62-C9689DB63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405D7-CC53-44CF-99DE-8BF5FD5CC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4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A77DF9-1FAF-79BA-0549-1263D71DC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0" y="1053978"/>
            <a:ext cx="10717161" cy="519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0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B2E8C8-AA70-31FC-71D0-349AEB30F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55" y="1039990"/>
            <a:ext cx="10903973" cy="504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0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39B660-1E19-32B8-FBC5-58A3E4CC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3" y="538528"/>
            <a:ext cx="10151807" cy="57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2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B79BCA-26B8-8318-DFC4-7FCD8E855C60}"/>
              </a:ext>
            </a:extLst>
          </p:cNvPr>
          <p:cNvSpPr txBox="1">
            <a:spLocks/>
          </p:cNvSpPr>
          <p:nvPr/>
        </p:nvSpPr>
        <p:spPr>
          <a:xfrm>
            <a:off x="313459" y="2178996"/>
            <a:ext cx="11878541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latin typeface="Algerian" panose="04020705040A02060702" pitchFamily="82" charset="0"/>
              </a:rPr>
              <a:t>Cloud Computing Characteristics and Benefits for Startup Ecosystems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FDBD90E-94EF-FD1B-9202-899C6486BF82}"/>
              </a:ext>
            </a:extLst>
          </p:cNvPr>
          <p:cNvSpPr txBox="1">
            <a:spLocks/>
          </p:cNvSpPr>
          <p:nvPr/>
        </p:nvSpPr>
        <p:spPr>
          <a:xfrm>
            <a:off x="7941252" y="4915802"/>
            <a:ext cx="409401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BY: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L.KEERTHANA –[192521062]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V.NANTHINI SRI-[192521344]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S.VAISHNAVI-[192521313]</a:t>
            </a:r>
            <a:endParaRPr lang="en-IN" sz="2000" b="1" dirty="0">
              <a:solidFill>
                <a:schemeClr val="accent1">
                  <a:lumMod val="50000"/>
                </a:schemeClr>
              </a:solidFill>
              <a:latin typeface="Century" panose="02040604050505020304" pitchFamily="18" charset="0"/>
            </a:endParaRPr>
          </a:p>
        </p:txBody>
      </p:sp>
      <p:pic>
        <p:nvPicPr>
          <p:cNvPr id="6" name="Picture 5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DA2FF9EE-8C87-E980-FB25-D651C4CD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9" y="286436"/>
            <a:ext cx="11565082" cy="11809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50B689-0DF7-D353-C93E-4796B41FC156}"/>
              </a:ext>
            </a:extLst>
          </p:cNvPr>
          <p:cNvSpPr txBox="1"/>
          <p:nvPr/>
        </p:nvSpPr>
        <p:spPr>
          <a:xfrm>
            <a:off x="878029" y="4933211"/>
            <a:ext cx="4094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GUIDED BY: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entury" panose="02040604050505020304" pitchFamily="18" charset="0"/>
              </a:rPr>
              <a:t>DR.P.RAJARAM</a:t>
            </a:r>
            <a:endParaRPr lang="en-IN" sz="2400" b="1" dirty="0">
              <a:solidFill>
                <a:schemeClr val="accent1">
                  <a:lumMod val="50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E76B3-FEDA-7B6B-4C03-99ECEBB21C0C}"/>
              </a:ext>
            </a:extLst>
          </p:cNvPr>
          <p:cNvSpPr txBox="1"/>
          <p:nvPr/>
        </p:nvSpPr>
        <p:spPr>
          <a:xfrm>
            <a:off x="1373331" y="4113670"/>
            <a:ext cx="9445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CSA1522-CLOUD COMPUTING AND BIG DATA ANALYTICS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78C35-5D61-E91E-3142-005B515F6DBA}"/>
              </a:ext>
            </a:extLst>
          </p:cNvPr>
          <p:cNvSpPr txBox="1"/>
          <p:nvPr/>
        </p:nvSpPr>
        <p:spPr>
          <a:xfrm>
            <a:off x="2133268" y="1834490"/>
            <a:ext cx="8238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CO1-AT-2-TECHNICAL PRESENTATION</a:t>
            </a:r>
            <a:endParaRPr lang="en-IN" sz="3200" b="1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0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7CE9-A830-51A8-4301-E73CCA69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37551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FCDC4-F792-A3C0-CB52-576B7A2B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41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delivers computing resources over the internet.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services such as storage, servers, and software on demand.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Startups can use cloud services without purchasing expensive hardware.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businesses launch products quickly and efficiently.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06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51B3C-AC11-6945-32B2-8626360B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4" y="365125"/>
            <a:ext cx="10855036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B20A9-E178-C935-B719-EE0992247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1576242"/>
            <a:ext cx="11100953" cy="505315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Self-Service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Resources are available whenever needed.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Network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Services can be accessed from anywhere using the internet.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Pooling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Multiple users share computing resources securely.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Elasticity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Resources can increase or decrease based on demand.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 pay only for the resources they use. 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319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FE6009-A224-BC32-C5D5-AC5027EE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93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34AD-3DA6-09D0-7EFF-DAD36DD8B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9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STARTUP ECOSYSTEMS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2C2-0890-2555-0229-1DFBCFAC3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1475510"/>
            <a:ext cx="9705108" cy="5382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BENEFITS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initial investment costs.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product development and deployment.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scales as the business grows.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remote collaboration among teams.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backup and disaster recovery.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innovation with access to modern technologies.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172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BAF4B-E03B-7D02-E7C5-C35D1860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21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E6F74-3559-F240-F8DC-D019EFADE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524"/>
            <a:ext cx="9583882" cy="49491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and mobile application hosting.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and backup.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and testing.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 services.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analytics. 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and privacy concerns.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lock-in.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regulations.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038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44AE-3A01-86FF-B7E6-640C34F4D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955" y="38590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935DE-9BC0-FD9E-7D52-CE5EE4CCB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will help startups grow with lower infrastructure costs.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IoT integration will create smarter cloud-based applications.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 will become more secure and efficient.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businesses will adopt cloud technology for innovation and growth.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3363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A301C-05BD-5D23-6334-AFC2090B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" y="26121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433A0-3E1F-D012-C05D-41EED70A0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flexible and cost-effective IT resources.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characteristics make it ideal for startups with limited budgets.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supports business growth through scalability and accessibility.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technology enables startups to innovate and compete effectively in the digital economy.</a:t>
            </a:r>
          </a:p>
        </p:txBody>
      </p:sp>
    </p:spTree>
    <p:extLst>
      <p:ext uri="{BB962C8B-B14F-4D97-AF65-F5344CB8AC3E}">
        <p14:creationId xmlns:p14="http://schemas.microsoft.com/office/powerpoint/2010/main" val="563334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786EA-CAE2-3BBD-24C9-97FE7D40D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84" y="937033"/>
            <a:ext cx="9763431" cy="516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97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8E02-D26F-29E2-344B-E678113C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810" y="2256271"/>
            <a:ext cx="5624945" cy="1325563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tx2">
                    <a:lumMod val="75000"/>
                    <a:lumOff val="25000"/>
                  </a:schemeClr>
                </a:solidFill>
                <a:latin typeface="Forte" panose="03060902040502070203" pitchFamily="66" charset="0"/>
              </a:rPr>
              <a:t>Thank you</a:t>
            </a:r>
            <a:endParaRPr lang="en-IN" sz="9600" dirty="0">
              <a:solidFill>
                <a:schemeClr val="tx2">
                  <a:lumMod val="75000"/>
                  <a:lumOff val="25000"/>
                </a:schemeClr>
              </a:solidFill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0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334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Algerian</vt:lpstr>
      <vt:lpstr>Aptos</vt:lpstr>
      <vt:lpstr>Aptos Display</vt:lpstr>
      <vt:lpstr>Arial</vt:lpstr>
      <vt:lpstr>Century</vt:lpstr>
      <vt:lpstr>Forte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INTRODUCTION</vt:lpstr>
      <vt:lpstr>CHARACTERISTICS OF CLOUD COMPUTING</vt:lpstr>
      <vt:lpstr>PowerPoint Presentation</vt:lpstr>
      <vt:lpstr>BENEFITS FOR STARTUP ECOSYSTEMS</vt:lpstr>
      <vt:lpstr>APPLICATIONS AND CHALLENGES</vt:lpstr>
      <vt:lpstr>FUTURE SCOPE</vt:lpstr>
      <vt:lpstr>CONCLUSION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L</dc:creator>
  <cp:lastModifiedBy>nandhini sri</cp:lastModifiedBy>
  <cp:revision>3</cp:revision>
  <dcterms:created xsi:type="dcterms:W3CDTF">2026-07-20T05:56:06Z</dcterms:created>
  <dcterms:modified xsi:type="dcterms:W3CDTF">2026-07-25T06:20:23Z</dcterms:modified>
</cp:coreProperties>
</file>